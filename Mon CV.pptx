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7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F1623-3C4C-4A35-8B14-E5E2E7EF8EF6}" type="datetimeFigureOut">
              <a:rPr lang="fr-FR" smtClean="0"/>
              <a:t>02/12/2025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820EC-1280-4B5F-9978-20868BE3CAE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95274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F1623-3C4C-4A35-8B14-E5E2E7EF8EF6}" type="datetimeFigureOut">
              <a:rPr lang="fr-FR" smtClean="0"/>
              <a:t>02/12/2025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820EC-1280-4B5F-9978-20868BE3CAE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65736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F1623-3C4C-4A35-8B14-E5E2E7EF8EF6}" type="datetimeFigureOut">
              <a:rPr lang="fr-FR" smtClean="0"/>
              <a:t>02/12/2025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820EC-1280-4B5F-9978-20868BE3CAE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4490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F1623-3C4C-4A35-8B14-E5E2E7EF8EF6}" type="datetimeFigureOut">
              <a:rPr lang="fr-FR" smtClean="0"/>
              <a:t>02/12/2025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820EC-1280-4B5F-9978-20868BE3CAE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31011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F1623-3C4C-4A35-8B14-E5E2E7EF8EF6}" type="datetimeFigureOut">
              <a:rPr lang="fr-FR" smtClean="0"/>
              <a:t>02/12/2025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820EC-1280-4B5F-9978-20868BE3CAE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978966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F1623-3C4C-4A35-8B14-E5E2E7EF8EF6}" type="datetimeFigureOut">
              <a:rPr lang="fr-FR" smtClean="0"/>
              <a:t>02/12/2025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820EC-1280-4B5F-9978-20868BE3CAE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42994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F1623-3C4C-4A35-8B14-E5E2E7EF8EF6}" type="datetimeFigureOut">
              <a:rPr lang="fr-FR" smtClean="0"/>
              <a:t>02/12/2025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820EC-1280-4B5F-9978-20868BE3CAE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5599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F1623-3C4C-4A35-8B14-E5E2E7EF8EF6}" type="datetimeFigureOut">
              <a:rPr lang="fr-FR" smtClean="0"/>
              <a:t>02/12/2025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820EC-1280-4B5F-9978-20868BE3CAE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33775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F1623-3C4C-4A35-8B14-E5E2E7EF8EF6}" type="datetimeFigureOut">
              <a:rPr lang="fr-FR" smtClean="0"/>
              <a:t>02/12/2025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820EC-1280-4B5F-9978-20868BE3CAE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9224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F1623-3C4C-4A35-8B14-E5E2E7EF8EF6}" type="datetimeFigureOut">
              <a:rPr lang="fr-FR" smtClean="0"/>
              <a:t>02/12/2025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820EC-1280-4B5F-9978-20868BE3CAE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2650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F1623-3C4C-4A35-8B14-E5E2E7EF8EF6}" type="datetimeFigureOut">
              <a:rPr lang="fr-FR" smtClean="0"/>
              <a:t>02/12/2025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820EC-1280-4B5F-9978-20868BE3CAE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34246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2F1623-3C4C-4A35-8B14-E5E2E7EF8EF6}" type="datetimeFigureOut">
              <a:rPr lang="fr-FR" smtClean="0"/>
              <a:t>02/12/2025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B820EC-1280-4B5F-9978-20868BE3CAE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5979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2415" y="0"/>
            <a:ext cx="898717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725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58"/>
          <a:stretch/>
        </p:blipFill>
        <p:spPr>
          <a:xfrm>
            <a:off x="1522637" y="71562"/>
            <a:ext cx="9146725" cy="6786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4611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ROMLES</dc:creator>
  <cp:lastModifiedBy>ROMLES</cp:lastModifiedBy>
  <cp:revision>1</cp:revision>
  <dcterms:created xsi:type="dcterms:W3CDTF">2025-12-02T17:28:26Z</dcterms:created>
  <dcterms:modified xsi:type="dcterms:W3CDTF">2025-12-02T17:30:49Z</dcterms:modified>
</cp:coreProperties>
</file>